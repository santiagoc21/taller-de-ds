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57" r:id="rId4"/>
    <p:sldId id="258" r:id="rId5"/>
    <p:sldId id="260" r:id="rId6"/>
    <p:sldId id="259" r:id="rId7"/>
    <p:sldId id="261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34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223A9-3A1F-4CA6-A4B5-B85830C440ED}" type="datetimeFigureOut">
              <a:rPr lang="es-PE" smtClean="0"/>
              <a:t>15/05/2025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9211-C77F-4D8B-B4EB-CE88E6882CB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13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3C6B3-24C4-44B8-A429-54449AA18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BCA0FA-5423-4B8F-9AB4-6E8286B46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91D47D-E010-443A-A822-40B1EBD1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40BF7-A4E6-4C35-A439-77FD8A0BEEB4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CEB33-4EF1-4DB9-8DF0-FC1B3F32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3F417D-52EF-49D3-932E-B6C2D1C3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7329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BC911-1F58-4FF9-B011-3FF1086D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3ECB42-F1E9-436A-ACE4-8878A2FD3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9E751B-4122-430B-B72D-27CEB87A0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2508E-599C-4972-B8FC-61D871981256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7FEB01-38FF-4FFE-8889-2DCCFD6E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99E490-1FA4-46FB-B932-6B5C3233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8869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9CAC7-154D-4FA4-9C2F-BAF5C671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FDB4BF-8E58-4654-8DEC-8D8AFFBB6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704A8-996D-4A73-8B2F-2792964D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7881-07AE-4B65-9615-6AD59613DDE6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F5834-B406-492B-B6E4-3F10DD9D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04EAC9-3B75-4355-A3BE-3E0295E53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5838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E8E1B-E265-417B-9C61-008C557D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4E388A-18D9-421F-8DAC-8056E6AE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4EDBDF-7489-436B-99D3-8BA35CCD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6AB20-2AC9-4F81-A22F-74F035AB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31099-7E3B-4F93-8511-E984352D0010}" type="datetime1">
              <a:rPr lang="es-PE" smtClean="0"/>
              <a:t>15/05/2025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83C8A2-8C06-4E44-BE33-6624CC926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0DC300-F5F9-462E-8966-1E1246D4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353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C4D9F-9511-48DA-AE2B-4F7553987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4EB885-5E8C-49A2-B69D-DB62D2647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E41A00-CDFD-451F-9EDA-9F3159F6F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48B51C-9D7B-4503-87BF-F3F561274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C7E67A-D5E0-435F-89C5-3664C0FD0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25F979-4F42-47D9-A9F1-99C8B337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4C63-4BD0-4A39-BE39-673A7969DFFE}" type="datetime1">
              <a:rPr lang="es-PE" smtClean="0"/>
              <a:t>15/05/2025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ABAA26E-29ED-4D07-8A52-0F24C0E4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7384E4-C59B-4787-9132-6D4ABD3B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504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14C10-7A82-490D-BD7E-3A039D6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FF5F736-0DBF-4524-BFCF-5BDD6F00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A60-ABBB-4651-AB31-F64DB1DA4E20}" type="datetime1">
              <a:rPr lang="es-PE" smtClean="0"/>
              <a:t>15/05/2025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C14E92-8F6D-49A4-91CD-F135FAFA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E9E4FC-8C65-454F-A7E1-BACBFB89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308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31CB4C9-9A89-4B03-9E1D-B184BD92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DFE4B-56E6-42B6-A0CB-B1E6EC305B99}" type="datetime1">
              <a:rPr lang="es-PE" smtClean="0"/>
              <a:t>15/05/2025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3A9F39-D267-4CD1-AC39-CCD78AD3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ADB71F-0E43-4020-9DD6-36F306E21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723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FA1E-98C8-4F8E-AF8A-0B3FD6E3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4CFCD1-0097-4C0C-9BE9-791B69592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8EF452-B280-46FB-ADA7-CBE78C9C8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A3B671-B533-4FD3-A3FA-C7054AD7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E83D1-5331-47A8-91AB-A3FA35C9BE57}" type="datetime1">
              <a:rPr lang="es-PE" smtClean="0"/>
              <a:t>15/05/2025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F04694-9194-4F03-8AA1-908997E0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AF8E5C-2AB6-49F1-9E53-89AC881E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280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B4F2DD-5222-47F0-B414-8C5FFE4A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D8EC6B-ABF9-4259-9943-2AD2B1EA6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6068F0-1214-4D8F-8E64-2764718EE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CCA207-F88C-4B4B-9274-71E83DF0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98933-916E-4D56-BEF4-B09B58D44EC4}" type="datetime1">
              <a:rPr lang="es-PE" smtClean="0"/>
              <a:t>15/05/2025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66559C-44C5-4442-9ADA-F31949F1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996630-02EF-4846-8B21-19755A909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279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022B4-3FBA-47B7-8B2B-F4B37795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58BBEE-B2EB-4230-B11B-5CD8EB93F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7631CB-0361-4738-9A2D-070DB8BFD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0E3F-5016-454E-B1EF-C01CC4B120AE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A8D323-0949-4EBD-8809-6CFA57504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E4B05-CF8E-49AE-B591-B649FB129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38396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9657CDA-6145-4032-94B4-028C0F40C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B77E3F-B22A-471F-8891-CD2629DF1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162145-23F8-4197-B2B8-D03AF86D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88772-3679-497F-8490-189B6D15A9CA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8B5D00-6400-4F19-9EF3-2B8CC641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2B3DC5-2286-4168-BEC5-1C6B7487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459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E3E949-4E38-4306-BDFC-0177D31D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0E300D-7ED5-4CB6-994C-45252FE08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5C8C92-FC36-4A5E-B79B-F3E6FC74C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E5B47-6935-486E-A671-EAA5D13CA5D4}" type="datetime1">
              <a:rPr lang="es-PE" smtClean="0"/>
              <a:t>15/05/2025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0FF3F3-85F3-4906-85F0-4C6A07629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PE"/>
              <a:t>Cordova Neri, T.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4A5EE1-8261-4B8E-B7E3-50645687A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F7305-853D-490E-86C2-E0972E31AA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892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3771" y="383177"/>
            <a:ext cx="13012283" cy="651133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7027E1E-E69C-4ADD-8F45-B38FD364C79E}"/>
              </a:ext>
            </a:extLst>
          </p:cNvPr>
          <p:cNvSpPr/>
          <p:nvPr/>
        </p:nvSpPr>
        <p:spPr>
          <a:xfrm>
            <a:off x="-497150" y="607312"/>
            <a:ext cx="12871014" cy="74481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2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Envio</a:t>
            </a:r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la estructura básica </a:t>
            </a:r>
            <a:r>
              <a:rPr lang="es-ES" sz="2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sel</a:t>
            </a:r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proyecto final.  </a:t>
            </a:r>
            <a:r>
              <a:rPr lang="es-ES" sz="2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tecnicas</a:t>
            </a:r>
            <a:endParaRPr lang="es-ES" sz="2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En adelante:</a:t>
            </a:r>
          </a:p>
          <a:p>
            <a:r>
              <a:rPr lang="es-ES" sz="2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1.- continuar el estudio  particular de cada indicador  tal como viene desarrollando  o el estudio de cada  subsistema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2.- en adelante deben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gneralizar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como un todo  el  sistema transporte, se les adjunta la imagen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3.- en las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souluciones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o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simulacionesde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cada indicador ir verificando su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diseñom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es decir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Si en la entrada principal , las suma de las tasas de entrada o salida, los resultados de la suma de las tasa en las tablas da el mismo resultado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trabajar con 2 decimales </a:t>
            </a:r>
          </a:p>
          <a:p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Hacder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sus interpretaciones ,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recomendacines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y conclusiones,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pner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bibligrfia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actualizada</a:t>
            </a:r>
          </a:p>
          <a:p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Obs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.- sus resultados deben comparar con los datos del modelo antigua</a:t>
            </a:r>
          </a:p>
          <a:p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Para la solución de este caso, existen muchos autores que han realizado el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etudio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,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uds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ante su propuesta debe decir que en que </a:t>
            </a:r>
            <a:r>
              <a:rPr lang="es-ES" sz="2400" b="1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paper</a:t>
            </a:r>
            <a:r>
              <a:rPr lang="es-ES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 desarrollando hasta un punto x o hasta donde quedo la solución y cual es su aporte  a esta propuesta de solución</a:t>
            </a:r>
          </a:p>
          <a:p>
            <a:endParaRPr lang="es-ES" sz="2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s-ES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s-ES" sz="32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2001953D-FB71-41B2-821F-B5D28736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236062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9" y="0"/>
            <a:ext cx="13012283" cy="651133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27027E1E-E69C-4ADD-8F45-B38FD364C79E}"/>
              </a:ext>
            </a:extLst>
          </p:cNvPr>
          <p:cNvSpPr/>
          <p:nvPr/>
        </p:nvSpPr>
        <p:spPr>
          <a:xfrm>
            <a:off x="2104006" y="1983351"/>
            <a:ext cx="9410331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I </a:t>
            </a:r>
          </a:p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Solucion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usando </a:t>
            </a:r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Vensim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s-ES" sz="54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E0A4C52-D730-4316-960C-3375B322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48987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532" y="0"/>
            <a:ext cx="13012283" cy="65113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60E354-E0C5-4FF3-BA70-DAD67725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22147"/>
            <a:ext cx="9126444" cy="6229039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F61667E-DDC7-42AD-B158-36BD0571A016}"/>
              </a:ext>
            </a:extLst>
          </p:cNvPr>
          <p:cNvSpPr/>
          <p:nvPr/>
        </p:nvSpPr>
        <p:spPr>
          <a:xfrm>
            <a:off x="2052264" y="4277107"/>
            <a:ext cx="189346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Caso 1 particular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Vienen y 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continuar 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desarrollando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4D522D-AF26-4DC4-9C71-3AEFEE20340D}"/>
              </a:ext>
            </a:extLst>
          </p:cNvPr>
          <p:cNvSpPr/>
          <p:nvPr/>
        </p:nvSpPr>
        <p:spPr>
          <a:xfrm>
            <a:off x="43856" y="2212197"/>
            <a:ext cx="232648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Caso 2 General: 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Proyecto final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Integrar Todo el</a:t>
            </a:r>
          </a:p>
          <a:p>
            <a:r>
              <a:rPr lang="es-ES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sistema</a:t>
            </a: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8AFEA2AC-EB9B-422B-8459-73FB2699F912}"/>
              </a:ext>
            </a:extLst>
          </p:cNvPr>
          <p:cNvSpPr/>
          <p:nvPr/>
        </p:nvSpPr>
        <p:spPr>
          <a:xfrm>
            <a:off x="1277063" y="1044682"/>
            <a:ext cx="896983" cy="5237050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6CA54314-498E-44B3-BA89-ABED96C98EB4}"/>
              </a:ext>
            </a:extLst>
          </p:cNvPr>
          <p:cNvSpPr/>
          <p:nvPr/>
        </p:nvSpPr>
        <p:spPr>
          <a:xfrm>
            <a:off x="2874736" y="3135527"/>
            <a:ext cx="896983" cy="3146205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79F1174-D105-4E2D-86FE-A8B89E90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3377386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128B304-B852-42E1-B1C2-B7EB60E18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95" y="121920"/>
            <a:ext cx="11610409" cy="6614160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E78A606-1763-420E-AB28-9ABD11D0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3043516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1869BD-DA41-4995-95D7-8958DCB3A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270" y="113211"/>
            <a:ext cx="8429037" cy="6326778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FBA45E-1B80-44F8-BD8D-81CDC1C58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2844733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ED9D96A-674A-4DE4-822B-53BAD2CE1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49" y="692332"/>
            <a:ext cx="5062712" cy="5473336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AC204FD-6077-4614-ACAA-7270F8D2CC33}"/>
              </a:ext>
            </a:extLst>
          </p:cNvPr>
          <p:cNvSpPr/>
          <p:nvPr/>
        </p:nvSpPr>
        <p:spPr>
          <a:xfrm>
            <a:off x="1319559" y="0"/>
            <a:ext cx="634814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Comportamiento delo Sistema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5EDFE1-E980-4C6F-AF5F-F590412CF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371336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653FC94-8AF5-4C7A-AB6F-F6B6761C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413" y="661851"/>
            <a:ext cx="7889456" cy="577813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97ECBDD-8DD4-499F-AEEB-071A3A7D2BEA}"/>
              </a:ext>
            </a:extLst>
          </p:cNvPr>
          <p:cNvSpPr/>
          <p:nvPr/>
        </p:nvSpPr>
        <p:spPr>
          <a:xfrm>
            <a:off x="819743" y="0"/>
            <a:ext cx="734778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Comportamiento de los subsistemas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9EFFA79-498F-421A-B194-F855714A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2087754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F205BBC-7FB4-4285-96A9-2A6CF5899BEF}"/>
              </a:ext>
            </a:extLst>
          </p:cNvPr>
          <p:cNvSpPr/>
          <p:nvPr/>
        </p:nvSpPr>
        <p:spPr>
          <a:xfrm>
            <a:off x="2104006" y="1983351"/>
            <a:ext cx="9410331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II </a:t>
            </a:r>
          </a:p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Solucion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usando Librería </a:t>
            </a:r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PySd</a:t>
            </a:r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5DF82F-1BCD-4147-BDEC-2DF36041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5579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F97DF4-26A0-4362-BF77-F97A33EE9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824" y="165462"/>
            <a:ext cx="7950352" cy="6326777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22A80A-8AC2-4DC5-9B83-EE0AABD2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3512852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3F04A2-9F43-4A63-B706-E34B668D0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855" y="291737"/>
            <a:ext cx="8934450" cy="5943600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82E056-896C-4FB9-B379-33384877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247039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5569120-6E14-4B12-B72F-E84072F2B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5" y="638175"/>
            <a:ext cx="8858250" cy="5581650"/>
          </a:xfrm>
          <a:prstGeom prst="rect">
            <a:avLst/>
          </a:prstGeom>
        </p:spPr>
      </p:pic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0E4A2A-3568-40FD-8482-0CC839C3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93610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1AC410-FA69-4F8E-949D-D4806CF80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12283" cy="68580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60F7864-3874-480E-A8A8-32E576BC5256}"/>
              </a:ext>
            </a:extLst>
          </p:cNvPr>
          <p:cNvSpPr/>
          <p:nvPr/>
        </p:nvSpPr>
        <p:spPr>
          <a:xfrm>
            <a:off x="2104006" y="1983351"/>
            <a:ext cx="9410331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Tecnica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III </a:t>
            </a:r>
          </a:p>
          <a:p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Integracion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r>
              <a:rPr lang="es-ES" sz="5400" b="1" cap="none" spc="50" dirty="0" err="1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Numerica</a:t>
            </a:r>
            <a:r>
              <a:rPr lang="es-ES" sz="54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: Euler</a:t>
            </a:r>
          </a:p>
          <a:p>
            <a:pPr algn="ctr"/>
            <a:endParaRPr lang="es-E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A8C99A81-E7B8-49F6-A622-71E13377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Cordova Neri, T.</a:t>
            </a:r>
          </a:p>
        </p:txBody>
      </p:sp>
    </p:spTree>
    <p:extLst>
      <p:ext uri="{BB962C8B-B14F-4D97-AF65-F5344CB8AC3E}">
        <p14:creationId xmlns:p14="http://schemas.microsoft.com/office/powerpoint/2010/main" val="3641921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274</Words>
  <Application>Microsoft Office PowerPoint</Application>
  <PresentationFormat>Panorámica</PresentationFormat>
  <Paragraphs>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11</cp:revision>
  <dcterms:created xsi:type="dcterms:W3CDTF">2025-05-15T12:17:37Z</dcterms:created>
  <dcterms:modified xsi:type="dcterms:W3CDTF">2025-05-15T13:25:54Z</dcterms:modified>
</cp:coreProperties>
</file>